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3630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1978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405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187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927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591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52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806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1941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0237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173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0FC20-C6B0-4997-92DD-E234F9F2DDAD}" type="datetimeFigureOut">
              <a:rPr lang="hu-HU" smtClean="0"/>
              <a:t>2026. 06. 13.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C1342-A226-4E5C-9DE4-94485B89A31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4330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EEG hullámok vizsgálata gépi tanulási módszerekkel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Szabó-Sáfár Benedek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zövegdoboz 3"/>
          <p:cNvSpPr txBox="1"/>
          <p:nvPr/>
        </p:nvSpPr>
        <p:spPr>
          <a:xfrm>
            <a:off x="9446003" y="5026709"/>
            <a:ext cx="2130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Témavezető:</a:t>
            </a:r>
          </a:p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Németh Gábor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761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Adatok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787" y="1226489"/>
            <a:ext cx="9620425" cy="469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3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321017" y="861179"/>
            <a:ext cx="9192174" cy="1325563"/>
          </a:xfrm>
        </p:spPr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Jellemzőkinyerési módszerek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1626" y="2186742"/>
            <a:ext cx="786874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4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Gépi tanulási modellek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573" y="2076975"/>
            <a:ext cx="8268854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7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-302004" y="247679"/>
            <a:ext cx="4588778" cy="1325563"/>
          </a:xfrm>
        </p:spPr>
        <p:txBody>
          <a:bodyPr>
            <a:normAutofit/>
          </a:bodyPr>
          <a:lstStyle/>
          <a:p>
            <a:pPr algn="ctr"/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Eredmények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391" y="1690688"/>
            <a:ext cx="7754432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1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Jellemzők fontossága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Tartalom helye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8872" y="1690688"/>
            <a:ext cx="5765692" cy="4351338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3403134" y="6174297"/>
            <a:ext cx="5385732" cy="37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/>
              <a:t>Top 20 legmérvadóbb jellemző – RF+MLP (</a:t>
            </a:r>
            <a:r>
              <a:rPr lang="hu-HU" dirty="0" err="1" smtClean="0"/>
              <a:t>Statistical</a:t>
            </a:r>
            <a:r>
              <a:rPr lang="hu-HU" dirty="0" smtClean="0"/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855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Fontosabb jellemzők koordináta rendszerben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4336" y="1825625"/>
            <a:ext cx="94433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6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Fontosabb jellemzők pókháló diagrammon</a:t>
            </a:r>
            <a:endParaRPr lang="hu-HU" dirty="0"/>
          </a:p>
        </p:txBody>
      </p:sp>
      <p:pic>
        <p:nvPicPr>
          <p:cNvPr id="4" name="Tartalom helye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7488" y="1690688"/>
            <a:ext cx="54770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3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Tanulságok</a:t>
            </a: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Kis adathalmaz </a:t>
            </a:r>
            <a:r>
              <a:rPr lang="hu-H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limitációi</a:t>
            </a:r>
            <a:endParaRPr lang="hu-H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 smtClean="0"/>
              <a:t>Nem mindig jobb a sok jellemző és a bonyolultabb jellemzőkinyerési módszer</a:t>
            </a:r>
          </a:p>
          <a:p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74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321341" y="2982490"/>
            <a:ext cx="6745448" cy="1325563"/>
          </a:xfrm>
        </p:spPr>
        <p:txBody>
          <a:bodyPr/>
          <a:lstStyle/>
          <a:p>
            <a:r>
              <a:rPr lang="hu-HU" dirty="0" smtClean="0"/>
              <a:t>Köszönöm a figyelmet!</a:t>
            </a:r>
            <a:br>
              <a:rPr lang="hu-HU" dirty="0" smtClean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656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2798</TotalTime>
  <Words>59</Words>
  <Application>Microsoft Office PowerPoint</Application>
  <PresentationFormat>Szélesvásznú</PresentationFormat>
  <Paragraphs>16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Office-téma</vt:lpstr>
      <vt:lpstr>EEG hullámok vizsgálata gépi tanulási módszerekkel</vt:lpstr>
      <vt:lpstr>       Adatok</vt:lpstr>
      <vt:lpstr>Jellemzőkinyerési módszerek</vt:lpstr>
      <vt:lpstr>Gépi tanulási modellek</vt:lpstr>
      <vt:lpstr> Eredmények</vt:lpstr>
      <vt:lpstr>Jellemzők fontossága</vt:lpstr>
      <vt:lpstr>Fontosabb jellemzők koordináta rendszerben</vt:lpstr>
      <vt:lpstr>Fontosabb jellemzők pókháló diagrammon</vt:lpstr>
      <vt:lpstr>Tanulságok</vt:lpstr>
      <vt:lpstr>Köszönöm a figyelmet!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 hullámok vizsgálata gépi tanulási módszerekkel</dc:title>
  <dc:creator>Szabó-Sáfár Benedek</dc:creator>
  <cp:lastModifiedBy>Szabó-Sáfár Benedek</cp:lastModifiedBy>
  <cp:revision>9</cp:revision>
  <dcterms:created xsi:type="dcterms:W3CDTF">2026-06-13T09:29:58Z</dcterms:created>
  <dcterms:modified xsi:type="dcterms:W3CDTF">2026-06-15T08:08:07Z</dcterms:modified>
</cp:coreProperties>
</file>